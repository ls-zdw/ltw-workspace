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3495600" cy="4147200"/>
  <p:notesSz cx="4147200" cy="349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班组安全活动管理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聚焦班组安全活动全流程管理，体现计划落实、过程留痕与整改闭环的执行成效。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功能名称：班组安全活动管理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功能点1：安全活动计划维护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作用：计划新增、编辑、查询与状态管理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功能点2：活动记录登记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作用：活动材料、问题隐患与整改措施闭环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功能点3：人员名单管理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作用：参训人员登记、导入导出与记录补录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教育培训管理导航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汇集教育培训核心入口与关键指标，形成一站式业务总览与快速处置通道。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功能名称：教育培训管理导航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功能点1：培训业务入口聚合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作用：统一导航各模块入口与常用操作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功能点2：关键指标总览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作用：展示计划、记录、证书等核心指标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功能点3：异常与待办提醒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作用：引导用户处理待审批与待补录事项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围绕年度与临时计划统筹编制与执行监督，支撑计划落地与过程管控。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功能名称：培训计划管理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功能点1：计划新增与变更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作用：年度/临时计划维护与变更管理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功能点2：计划配置与执行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作用：参与机构、开班月份、执行期次配置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功能点3：计划统计与导出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作用：执行情况统计、台账查询与导出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培训记录管理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规范培训记录登记与质量追踪，保障参训情况、成绩与发证数据完整可溯。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功能名称：培训记录管理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功能点1：培训记录登记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作用：记录新增、编辑、补录与审核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功能点2：参训人员与成绩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作用：人员名单、成绩合格率与发证管理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功能点3：记录查询与导出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作用：记录检索、批量导入导出与追踪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培训计划审批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强化计划审批过程合规与责任闭环，确保计划审核有据、流转可追溯。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功能名称：培训计划审批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功能点1：计划审批流转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作用：待审计划查看、审批与退回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功能点2：审批意见留痕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作用：流程节点意见记录与审批轨迹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功能点3：历史记录查询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作用：审批记录查询与统计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培训师资管理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完善师资资源库与授课绩效评价，支撑教学能力建设与资源优化配置。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功能名称：培训师资管理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功能点1：师资档案维护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使用用户：健康安全环保部-HSE体系室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作用：师资来源、等级与擅长领域管理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功能点2：授课记录管理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使用用户：健康安全环保部-HSE体系室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作用：授课次数、课时与满意度统计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功能点3：资质证书关联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使用用户：健康安全环保部-HSE体系室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作用：证书信息维护与关联培训项目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培训需求上报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集中承接培训需求提报与汇总上报，支撑年度培训资源统筹与计划编制。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功能名称：培训需求上报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功能点1：培训需求提报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作用：需求新增、分类与优先级维护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功能点2：需求汇总上报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作用：需求汇总、提交与退回处理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功能点3：需求进度跟踪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作用：上报记录查询与状态跟踪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培训需求管理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建立需求台账与审核机制，形成需求全生命周期管理与统计分析基础。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功能名称：培训需求管理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功能点1：需求台账维护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作用：需求清单维护与状态管理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功能点2：需求审核反馈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作用：需求审核、反馈与调整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功能点3：需求统计导出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作用：需求统计分析与导出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企业教育培训情况统计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从企业关键指标出发综合呈现培训成效，为管理决策提供量化支撑。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功能名称：企业教育培训情况统计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功能点1：企业综合指标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作用：计划完成率、覆盖率与持证率统计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功能点2：档案与取证分析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作用：档案更新率、取证合规情况分析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功能点3：专项培训统计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作用：三级教育、岗位培训与投入统计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一人一档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构建员工教育培训档案体系，贯通培训、考试、证书等全链条记录。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功能名称：一人一档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功能点1：人员档案台账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作用：人员档案检索、台账维护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功能点2：学习明细汇总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作用：培训、考试、证书明细穿透查看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功能点3：档案统计导出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使用用户：安环部综管室、运行部教育培训负责人、班组负责人、健康安全环保部-HSE体系室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作用：档案统计汇总与导出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证书管理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统一证书台账与预警机制，强化持证合规与复审管理。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功能名称：证书管理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功能点1：证书台账维护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作用：证书新增、编辑与人员关联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功能点2：到期预警复审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作用：证书到期预警、复审提醒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功能点3：证书附件管理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使用用户：安环部综管室、运行部教育培训负责人、班组负责人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作用：证书附件上传与归档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总部统计分析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从集团视角开展指标对标与趋势分析，支撑总部统筹管理与考核评估。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功能名称：总部统计分析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功能点1：集团指标总览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作用：集团培训指标汇总与展示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功能点2：企业对标分析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作用：跨企业对标与趋势分析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功能点3：报表统计导出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作用：统计报表查询与导出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线上考试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规范线上考试组织与过程管控，形成成绩可追溯的闭环管理。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功能名称：线上考试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功能点1：考试计划与发布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作用：考试安排、发布与对象范围配置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功能点2：在线考试管理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作用：考试过程监控、提交与成绩生成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功能点3：考试统计分析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作用：通过率、成绩分布与异常分析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-347472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线上学习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728" y="-109728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-54864"/>
            <a:ext cx="3276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构建线上学习资源与过程管理体系，提升学习覆盖与效果评估。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09728" y="109728"/>
            <a:ext cx="3276144" cy="392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09728"/>
            <a:ext cx="3276144" cy="292608"/>
          </a:xfrm>
          <a:prstGeom prst="rect">
            <a:avLst/>
          </a:prstGeom>
          <a:solidFill>
            <a:srgbClr val="3B89D9"/>
          </a:solidFill>
          <a:ln w="12700">
            <a:solidFill>
              <a:srgbClr val="3B8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46304"/>
            <a:ext cx="3166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软件原型设计说明卡-教育培训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" y="402336"/>
            <a:ext cx="3276144" cy="274320"/>
          </a:xfrm>
          <a:prstGeom prst="rect">
            <a:avLst/>
          </a:prstGeom>
          <a:solidFill>
            <a:srgbClr val="E6E6E6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438912"/>
            <a:ext cx="3166416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功能名称：线上学习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" y="73152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功能点1：课程资源管理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950976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182880" y="1170432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作用：课程上架、章节维护与资料更新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09728" y="1463040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51790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功能点2：学习过程管理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" y="1737360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182880" y="1956816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作用：学习进度跟踪与完成率统计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109728" y="2249424"/>
            <a:ext cx="327614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功能点3：学习效果评估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" y="2523744"/>
            <a:ext cx="312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使用用户：各级管理人员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82880" y="2743200"/>
            <a:ext cx="3129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9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作用：学习反馈、测评结果与改进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2026-03-10T09:03:16Z</dcterms:created>
  <dcterms:modified xsi:type="dcterms:W3CDTF">2026-03-10T09:03:16Z</dcterms:modified>
</cp:coreProperties>
</file>