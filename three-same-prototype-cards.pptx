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3495600" cy="4147200"/>
  <p:notesSz cx="4147200" cy="349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155448"/>
            <a:ext cx="3276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本页展示安全三同时四阶段（可研、基础设计、试运行、竣工验收）的许可信息维护与过程管控方式，支持企业与总部按统一口径进行登记、查询与跟踪，为阶段性审批与验收提供依据（红框区域为页面示意）。</a:t>
            </a:r>
            <a:endParaRPr lang="en-US" sz="1020" dirty="0"/>
          </a:p>
        </p:txBody>
      </p:sp>
      <p:sp>
        <p:nvSpPr>
          <p:cNvPr id="3" name="Shape 1"/>
          <p:cNvSpPr/>
          <p:nvPr/>
        </p:nvSpPr>
        <p:spPr>
          <a:xfrm>
            <a:off x="109728" y="475488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669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66928"/>
            <a:ext cx="3276144" cy="292608"/>
          </a:xfrm>
          <a:prstGeom prst="rect">
            <a:avLst/>
          </a:prstGeom>
          <a:solidFill>
            <a:srgbClr val="1498D6"/>
          </a:solidFill>
          <a:ln w="12700">
            <a:solidFill>
              <a:srgbClr val="149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035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软件原型设计说明卡-三同时管理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859536"/>
            <a:ext cx="3276144" cy="274320"/>
          </a:xfrm>
          <a:prstGeom prst="rect">
            <a:avLst/>
          </a:prstGeom>
          <a:solidFill>
            <a:srgbClr val="9AA3B2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961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功能名称：安全三同时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1887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功能点1：可研阶段管理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14081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82880" y="16276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作用：维护安全三同时可研阶段行政许可相关信息，支持按项目阶段查询与查看明细。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09728" y="1920240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9751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功能点2：基础设计阶段管理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21945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82880" y="24140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作用：维护安全三同时基础设计阶段行政许可相关信息，跟踪批复与设计单位数据。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109728" y="2706624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7614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功能点3：试运行阶段管理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" y="29809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82880" y="32004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作用：维护安全三同时试运行阶段行政许可相关信息，覆盖试运行批复与登记情况。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109728" y="3493008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547872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功能点4：竣工验收阶段管理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" y="376732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182880" y="3986784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作用：维护安全三同时竣工验收阶段行政许可相关信息，支撑验收查询与归档。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155448"/>
            <a:ext cx="3276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本页体现项目任务启动的业务流程：由项目创建识别，进入审批与会签，再完成任务启动与变更管理，确保任务流转可追溯、责任边界清晰，支撑项目有序推进（红框区域为页面示意）。</a:t>
            </a:r>
            <a:endParaRPr lang="en-US" sz="1020" dirty="0"/>
          </a:p>
        </p:txBody>
      </p:sp>
      <p:sp>
        <p:nvSpPr>
          <p:cNvPr id="3" name="Shape 1"/>
          <p:cNvSpPr/>
          <p:nvPr/>
        </p:nvSpPr>
        <p:spPr>
          <a:xfrm>
            <a:off x="109728" y="475488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669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66928"/>
            <a:ext cx="3276144" cy="292608"/>
          </a:xfrm>
          <a:prstGeom prst="rect">
            <a:avLst/>
          </a:prstGeom>
          <a:solidFill>
            <a:srgbClr val="1498D6"/>
          </a:solidFill>
          <a:ln w="12700">
            <a:solidFill>
              <a:srgbClr val="149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035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软件原型设计说明卡-三同时管理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859536"/>
            <a:ext cx="3276144" cy="274320"/>
          </a:xfrm>
          <a:prstGeom prst="rect">
            <a:avLst/>
          </a:prstGeom>
          <a:solidFill>
            <a:srgbClr val="9AA3B2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961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功能名称：项目任务启动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1887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功能点1：任务创建与专业识别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14081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82880" y="16276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作用：选择项目后创建任务，识别项目类型与专业类别，配置计划节点与责任人。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09728" y="1920240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9751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功能点2：审批与会签流转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21945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使用用户：总部健康安全环保部三同时主管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82880" y="24140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作用：完成审批与会签流转，形成任务流转记录与推进状态。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109728" y="2706624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7614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功能点3：任务启动与变更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" y="29809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82880" y="32004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作用：审批完成后启动任务，必要时按流程进行任务变更与调整。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155448"/>
            <a:ext cx="3276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本页用于承接SUIP系统集成的项目基础信息，统一形成全量项目清单（包含不涉及三同时的项目），作为后续任务启动的标准化数据底座，避免多系统、多口径带来的信息不一致（红框区域为页面示意）。</a:t>
            </a:r>
            <a:endParaRPr lang="en-US" sz="1020" dirty="0"/>
          </a:p>
        </p:txBody>
      </p:sp>
      <p:sp>
        <p:nvSpPr>
          <p:cNvPr id="3" name="Shape 1"/>
          <p:cNvSpPr/>
          <p:nvPr/>
        </p:nvSpPr>
        <p:spPr>
          <a:xfrm>
            <a:off x="109728" y="475488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669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66928"/>
            <a:ext cx="3276144" cy="292608"/>
          </a:xfrm>
          <a:prstGeom prst="rect">
            <a:avLst/>
          </a:prstGeom>
          <a:solidFill>
            <a:srgbClr val="1498D6"/>
          </a:solidFill>
          <a:ln w="12700">
            <a:solidFill>
              <a:srgbClr val="149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035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软件原型设计说明卡-三同时管理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859536"/>
            <a:ext cx="3276144" cy="274320"/>
          </a:xfrm>
          <a:prstGeom prst="rect">
            <a:avLst/>
          </a:prstGeom>
          <a:solidFill>
            <a:srgbClr val="9AA3B2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961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功能名称：项目信息管理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1887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功能点1：SUIP项目清单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14081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82880" y="16276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作用：展示从SUIP集成的全部项目，包含不涉及三同时的项目，支持查询与查看详情。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09728" y="1920240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9751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功能点2：项目详情查看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21945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82880" y="24140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作用：查看项目基础信息与建设信息，作为后续任务启动与维护的依据。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155448"/>
            <a:ext cx="3276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本页展示三同时项目整体态势，通过项目类型、阶段分布、会签进度与久试未验等指标进行综合统计与对比，服务管理层决策研判与风险预警（红框区域为页面示意）。</a:t>
            </a:r>
            <a:endParaRPr lang="en-US" sz="1020" dirty="0"/>
          </a:p>
        </p:txBody>
      </p:sp>
      <p:sp>
        <p:nvSpPr>
          <p:cNvPr id="3" name="Shape 1"/>
          <p:cNvSpPr/>
          <p:nvPr/>
        </p:nvSpPr>
        <p:spPr>
          <a:xfrm>
            <a:off x="109728" y="475488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669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66928"/>
            <a:ext cx="3276144" cy="292608"/>
          </a:xfrm>
          <a:prstGeom prst="rect">
            <a:avLst/>
          </a:prstGeom>
          <a:solidFill>
            <a:srgbClr val="1498D6"/>
          </a:solidFill>
          <a:ln w="12700">
            <a:solidFill>
              <a:srgbClr val="149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035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软件原型设计说明卡-三同时管理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859536"/>
            <a:ext cx="3276144" cy="274320"/>
          </a:xfrm>
          <a:prstGeom prst="rect">
            <a:avLst/>
          </a:prstGeom>
          <a:solidFill>
            <a:srgbClr val="9AA3B2"/>
          </a:solidFill>
          <a:ln w="12700">
            <a:solidFill>
              <a:srgbClr val="B4BA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961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功能名称：三同时看板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1887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功能点1：三同时数据统计分析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14081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使用用户：企业安环部-安全室三同时业务主管、总部健康安全环保部三同时主管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82880" y="16276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作用：展示项目总数、类型与阶段分布，掌握整体推进态势。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09728" y="1920240"/>
            <a:ext cx="3276144" cy="0"/>
          </a:xfrm>
          <a:prstGeom prst="line">
            <a:avLst/>
          </a:prstGeom>
          <a:noFill/>
          <a:ln w="12700">
            <a:solidFill>
              <a:srgbClr val="B4BA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9751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功能点2：重点工程与会签监控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21945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使用用户：总部健康安全环保部三同时主管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82880" y="24140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作用：聚焦重点工程数量、会签进度与久试未验情况，强化风险预警。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2026-03-10T13:24:37Z</dcterms:created>
  <dcterms:modified xsi:type="dcterms:W3CDTF">2026-03-10T13:24:37Z</dcterms:modified>
</cp:coreProperties>
</file>