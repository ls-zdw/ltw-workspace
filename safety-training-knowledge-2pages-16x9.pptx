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1752" cy="6492240"/>
          </a:xfrm>
          <a:prstGeom prst="roundRect">
            <a:avLst>
              <a:gd name="adj" fmla="val 1127"/>
            </a:avLst>
          </a:prstGeom>
          <a:solidFill>
            <a:srgbClr val="F8FBFF"/>
          </a:solidFill>
          <a:ln w="12700">
            <a:solidFill>
              <a:srgbClr val="DEE6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8404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F2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安全教育培训知识库总体架构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54480" y="82296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安全教育培训知识库是教育培训子域的培训内容资源中心，整合综合安全平台各子域安全知识，为培训业务提供统一素材来源。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5613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8E3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1874520"/>
            <a:ext cx="4663440" cy="457200"/>
          </a:xfrm>
          <a:prstGeom prst="roundRect">
            <a:avLst>
              <a:gd name="adj" fmla="val 10000"/>
            </a:avLst>
          </a:prstGeom>
          <a:solidFill>
            <a:srgbClr val="0E47B8"/>
          </a:solidFill>
          <a:ln w="12700">
            <a:solidFill>
              <a:srgbClr val="0E47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200253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综合安全管理平台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2606040"/>
            <a:ext cx="3154680" cy="1508760"/>
          </a:xfrm>
          <a:prstGeom prst="roundRect">
            <a:avLst>
              <a:gd name="adj" fmla="val 2424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752344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风险隐患子域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98848" y="2606040"/>
            <a:ext cx="3154680" cy="1508760"/>
          </a:xfrm>
          <a:prstGeom prst="roundRect">
            <a:avLst>
              <a:gd name="adj" fmla="val 2424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2752344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应急管理子域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08976" y="2606040"/>
            <a:ext cx="3154680" cy="1508760"/>
          </a:xfrm>
          <a:prstGeom prst="roundRect">
            <a:avLst>
              <a:gd name="adj" fmla="val 2424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08976" y="2752344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公共安全子域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234440" y="3218688"/>
            <a:ext cx="1828800" cy="621792"/>
          </a:xfrm>
          <a:prstGeom prst="roundRect">
            <a:avLst>
              <a:gd name="adj" fmla="val 5882"/>
            </a:avLst>
          </a:prstGeom>
          <a:solidFill>
            <a:srgbClr val="F5AD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33467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风险隐患清单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隐患案例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18688" y="3218688"/>
            <a:ext cx="2148840" cy="621792"/>
          </a:xfrm>
          <a:prstGeom prst="roundRect">
            <a:avLst>
              <a:gd name="adj" fmla="val 5882"/>
            </a:avLst>
          </a:prstGeom>
          <a:solidFill>
            <a:srgbClr val="2D7B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334670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事故事件分享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推演案例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68112" y="3218688"/>
            <a:ext cx="2148840" cy="621792"/>
          </a:xfrm>
          <a:prstGeom prst="roundRect">
            <a:avLst>
              <a:gd name="adj" fmla="val 5882"/>
            </a:avLst>
          </a:prstGeom>
          <a:solidFill>
            <a:srgbClr val="2E8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9552" y="334670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应急预案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及拉练训练素材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26680" y="3218688"/>
            <a:ext cx="3246120" cy="621792"/>
          </a:xfrm>
          <a:prstGeom prst="roundRect">
            <a:avLst>
              <a:gd name="adj" fmla="val 5882"/>
            </a:avLst>
          </a:prstGeom>
          <a:solidFill>
            <a:srgbClr val="1EA8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3346704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各级教育扩展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防灾知识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40280" y="4791456"/>
            <a:ext cx="7726680" cy="987552"/>
          </a:xfrm>
          <a:prstGeom prst="roundRect">
            <a:avLst>
              <a:gd name="adj" fmla="val 18519"/>
            </a:avLst>
          </a:prstGeom>
          <a:solidFill>
            <a:srgbClr val="1C56C7"/>
          </a:solidFill>
          <a:ln w="12700">
            <a:solidFill>
              <a:srgbClr val="1C56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0280" y="4663440"/>
            <a:ext cx="7726680" cy="310896"/>
          </a:xfrm>
          <a:prstGeom prst="ellipse">
            <a:avLst/>
          </a:prstGeom>
          <a:solidFill>
            <a:srgbClr val="3C86F0"/>
          </a:solidFill>
          <a:ln w="12700">
            <a:solidFill>
              <a:srgbClr val="77B7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80" y="5154290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669280" y="4425696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1C56C7"/>
          </a:solidFill>
          <a:ln w="12700">
            <a:solidFill>
              <a:srgbClr val="1C56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4297680"/>
            <a:ext cx="868680" cy="310896"/>
          </a:xfrm>
          <a:prstGeom prst="ellipse">
            <a:avLst/>
          </a:prstGeom>
          <a:solidFill>
            <a:srgbClr val="3C86F0"/>
          </a:solidFill>
          <a:ln w="12700">
            <a:solidFill>
              <a:srgbClr val="77B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4522988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40280" y="5422392"/>
            <a:ext cx="7726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E9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（统一源东 · 统一检索 · 统一引用）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234440" y="6071616"/>
            <a:ext cx="73152" cy="73152"/>
          </a:xfrm>
          <a:prstGeom prst="ellipse">
            <a:avLst/>
          </a:prstGeom>
          <a:solidFill>
            <a:srgbClr val="2D7BEA"/>
          </a:solidFill>
          <a:ln w="12700">
            <a:solidFill>
              <a:srgbClr val="2D7B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62456" y="599846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汇聚安全知识资源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26280" y="6071616"/>
            <a:ext cx="73152" cy="73152"/>
          </a:xfrm>
          <a:prstGeom prst="ellipse">
            <a:avLst/>
          </a:prstGeom>
          <a:solidFill>
            <a:srgbClr val="2D7BEA"/>
          </a:solidFill>
          <a:ln w="12700">
            <a:solidFill>
              <a:srgbClr val="2D7B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54296" y="599846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形成统一培训素材中心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35240" y="6071616"/>
            <a:ext cx="73152" cy="73152"/>
          </a:xfrm>
          <a:prstGeom prst="ellipse">
            <a:avLst/>
          </a:prstGeom>
          <a:solidFill>
            <a:srgbClr val="2D7BEA"/>
          </a:solidFill>
          <a:ln w="12700">
            <a:solidFill>
              <a:srgbClr val="2D7B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63256" y="599846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支撑培训课程与培训计划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1752" cy="6492240"/>
          </a:xfrm>
          <a:prstGeom prst="roundRect">
            <a:avLst>
              <a:gd name="adj" fmla="val 1127"/>
            </a:avLst>
          </a:prstGeom>
          <a:solidFill>
            <a:srgbClr val="F8FBFF"/>
          </a:solidFill>
          <a:ln w="12700">
            <a:solidFill>
              <a:srgbClr val="DEE6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8404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F2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安全教育培训知识库功能与价值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343400" cy="52578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8E3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64008" cy="201168"/>
          </a:xfrm>
          <a:prstGeom prst="rect">
            <a:avLst/>
          </a:prstGeom>
          <a:solidFill>
            <a:srgbClr val="0E47B8"/>
          </a:solidFill>
          <a:ln w="12700">
            <a:solidFill>
              <a:srgbClr val="0E47B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898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847088"/>
            <a:ext cx="3977640" cy="868680"/>
          </a:xfrm>
          <a:prstGeom prst="roundRect">
            <a:avLst>
              <a:gd name="adj" fmla="val 5263"/>
            </a:avLst>
          </a:prstGeom>
          <a:solidFill>
            <a:srgbClr val="F9FC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029968"/>
            <a:ext cx="566928" cy="475488"/>
          </a:xfrm>
          <a:prstGeom prst="roundRect">
            <a:avLst>
              <a:gd name="adj" fmla="val 7692"/>
            </a:avLst>
          </a:prstGeom>
          <a:solidFill>
            <a:srgbClr val="2D7BEA"/>
          </a:solidFill>
          <a:ln w="12700">
            <a:solidFill>
              <a:srgbClr val="2D7B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0665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资源浏览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645920" y="23225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F5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分层展示案例、预案、教材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98648"/>
            <a:ext cx="3977640" cy="868680"/>
          </a:xfrm>
          <a:prstGeom prst="roundRect">
            <a:avLst>
              <a:gd name="adj" fmla="val 5263"/>
            </a:avLst>
          </a:prstGeom>
          <a:solidFill>
            <a:srgbClr val="F9FC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081528"/>
            <a:ext cx="566928" cy="475488"/>
          </a:xfrm>
          <a:prstGeom prst="roundRect">
            <a:avLst>
              <a:gd name="adj" fmla="val 7692"/>
            </a:avLst>
          </a:prstGeom>
          <a:solidFill>
            <a:srgbClr val="2D7BEA"/>
          </a:solidFill>
          <a:ln w="12700">
            <a:solidFill>
              <a:srgbClr val="2D7B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31181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资源检索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645920" y="33741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F5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关键词、分类、来源查询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950208"/>
            <a:ext cx="3977640" cy="868680"/>
          </a:xfrm>
          <a:prstGeom prst="roundRect">
            <a:avLst>
              <a:gd name="adj" fmla="val 5263"/>
            </a:avLst>
          </a:prstGeom>
          <a:solidFill>
            <a:srgbClr val="F9FC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133088"/>
            <a:ext cx="566928" cy="475488"/>
          </a:xfrm>
          <a:prstGeom prst="roundRect">
            <a:avLst>
              <a:gd name="adj" fmla="val 7692"/>
            </a:avLst>
          </a:prstGeom>
          <a:solidFill>
            <a:srgbClr val="2D7BEA"/>
          </a:solidFill>
          <a:ln w="12700">
            <a:solidFill>
              <a:srgbClr val="2D7B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41696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资源详情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645920" y="442569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F5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展示内容、附件、视频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41248" y="5303520"/>
            <a:ext cx="73152" cy="73152"/>
          </a:xfrm>
          <a:prstGeom prst="ellipse">
            <a:avLst/>
          </a:prstGeom>
          <a:solidFill>
            <a:srgbClr val="2D7BEA"/>
          </a:solidFill>
          <a:ln w="12700">
            <a:solidFill>
              <a:srgbClr val="2D7B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52303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汇聚安全知识资源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" y="5559552"/>
            <a:ext cx="73152" cy="73152"/>
          </a:xfrm>
          <a:prstGeom prst="ellipse">
            <a:avLst/>
          </a:prstGeom>
          <a:solidFill>
            <a:srgbClr val="2D7BEA"/>
          </a:solidFill>
          <a:ln w="12700">
            <a:solidFill>
              <a:srgbClr val="2D7B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54864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形成统一培训搜功中心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1248" y="5815584"/>
            <a:ext cx="73152" cy="73152"/>
          </a:xfrm>
          <a:prstGeom prst="ellipse">
            <a:avLst/>
          </a:prstGeom>
          <a:solidFill>
            <a:srgbClr val="2D7BEA"/>
          </a:solidFill>
          <a:ln w="12700">
            <a:solidFill>
              <a:srgbClr val="2D7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57424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支撑培训课程与培训计划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74920" y="1234440"/>
            <a:ext cx="658368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D8E3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0368" y="1417320"/>
            <a:ext cx="64008" cy="201168"/>
          </a:xfrm>
          <a:prstGeom prst="rect">
            <a:avLst/>
          </a:prstGeom>
          <a:solidFill>
            <a:srgbClr val="0E47B8"/>
          </a:solidFill>
          <a:ln w="12700">
            <a:solidFill>
              <a:srgbClr val="0E47B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13898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在培训业务中的作用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23560" y="2523744"/>
            <a:ext cx="1783080" cy="1197864"/>
          </a:xfrm>
          <a:prstGeom prst="roundRect">
            <a:avLst>
              <a:gd name="adj" fmla="val 15267"/>
            </a:avLst>
          </a:prstGeom>
          <a:solidFill>
            <a:srgbClr val="1C56C7"/>
          </a:solidFill>
          <a:ln w="12700">
            <a:solidFill>
              <a:srgbClr val="1C56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3560" y="2395728"/>
            <a:ext cx="1783080" cy="310896"/>
          </a:xfrm>
          <a:prstGeom prst="ellipse">
            <a:avLst/>
          </a:prstGeom>
          <a:solidFill>
            <a:srgbClr val="3C86F0"/>
          </a:solidFill>
          <a:ln w="12700">
            <a:solidFill>
              <a:srgbClr val="77B7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2979115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</a:t>
            </a:r>
            <a:endParaRPr lang="en-US" sz="115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培训知识库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607808" y="1828800"/>
            <a:ext cx="3611880" cy="658368"/>
          </a:xfrm>
          <a:prstGeom prst="roundRect">
            <a:avLst>
              <a:gd name="adj" fmla="val 6944"/>
            </a:avLst>
          </a:prstGeom>
          <a:solidFill>
            <a:srgbClr val="F5B333"/>
          </a:solidFill>
          <a:ln w="12700">
            <a:solidFill>
              <a:srgbClr val="D5901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07808" y="202996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培训计划制定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242048" y="2029968"/>
            <a:ext cx="237744" cy="228600"/>
          </a:xfrm>
          <a:prstGeom prst="chevron">
            <a:avLst/>
          </a:prstGeom>
          <a:solidFill>
            <a:srgbClr val="4FC5F7"/>
          </a:solidFill>
          <a:ln w="12700">
            <a:solidFill>
              <a:srgbClr val="4FC5F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07808" y="2743200"/>
            <a:ext cx="3611880" cy="658368"/>
          </a:xfrm>
          <a:prstGeom prst="roundRect">
            <a:avLst>
              <a:gd name="adj" fmla="val 6944"/>
            </a:avLst>
          </a:prstGeom>
          <a:solidFill>
            <a:srgbClr val="45BFD7"/>
          </a:solidFill>
          <a:ln w="12700">
            <a:solidFill>
              <a:srgbClr val="1B99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07808" y="294436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线上培训课程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42048" y="2944368"/>
            <a:ext cx="237744" cy="228600"/>
          </a:xfrm>
          <a:prstGeom prst="chevron">
            <a:avLst/>
          </a:prstGeom>
          <a:solidFill>
            <a:srgbClr val="4FC5F7"/>
          </a:solidFill>
          <a:ln w="12700">
            <a:solidFill>
              <a:srgbClr val="4FC5F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07808" y="3657600"/>
            <a:ext cx="3611880" cy="658368"/>
          </a:xfrm>
          <a:prstGeom prst="roundRect">
            <a:avLst>
              <a:gd name="adj" fmla="val 6944"/>
            </a:avLst>
          </a:prstGeom>
          <a:solidFill>
            <a:srgbClr val="2E7CE8"/>
          </a:solidFill>
          <a:ln w="12700">
            <a:solidFill>
              <a:srgbClr val="1D56C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07808" y="385876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班组安全活动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242048" y="3858768"/>
            <a:ext cx="237744" cy="228600"/>
          </a:xfrm>
          <a:prstGeom prst="chevron">
            <a:avLst/>
          </a:prstGeom>
          <a:solidFill>
            <a:srgbClr val="4FC5F7"/>
          </a:solidFill>
          <a:ln w="12700">
            <a:solidFill>
              <a:srgbClr val="4FC5F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07808" y="4572000"/>
            <a:ext cx="3611880" cy="658368"/>
          </a:xfrm>
          <a:prstGeom prst="roundRect">
            <a:avLst>
              <a:gd name="adj" fmla="val 6944"/>
            </a:avLst>
          </a:prstGeom>
          <a:solidFill>
            <a:srgbClr val="40B9A5"/>
          </a:solidFill>
          <a:ln w="12700">
            <a:solidFill>
              <a:srgbClr val="248E7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07808" y="477316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培训考试题库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242048" y="4773168"/>
            <a:ext cx="237744" cy="228600"/>
          </a:xfrm>
          <a:prstGeom prst="chevron">
            <a:avLst/>
          </a:prstGeom>
          <a:solidFill>
            <a:srgbClr val="4FC5F7"/>
          </a:solidFill>
          <a:ln w="12700">
            <a:solidFill>
              <a:srgbClr val="4FC5F7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97880" y="5797296"/>
            <a:ext cx="5074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E2B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知识库为培训业务提供统一素材来源。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PCITC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安全教育培训知识库两页汇报</dc:title>
  <dc:subject>安全教育培训知识库</dc:subject>
  <dc:creator>Codex</dc:creator>
  <cp:lastModifiedBy>Codex</cp:lastModifiedBy>
  <cp:revision>1</cp:revision>
  <dcterms:created xsi:type="dcterms:W3CDTF">2026-03-11T03:10:54Z</dcterms:created>
  <dcterms:modified xsi:type="dcterms:W3CDTF">2026-03-11T03:10:54Z</dcterms:modified>
</cp:coreProperties>
</file>